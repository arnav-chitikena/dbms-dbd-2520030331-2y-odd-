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9"/>
  </p:notesMasterIdLst>
  <p:sldIdLst>
    <p:sldId id="256" r:id="rId2"/>
    <p:sldId id="257" r:id="rId3"/>
    <p:sldId id="258" r:id="rId4"/>
    <p:sldId id="261" r:id="rId5"/>
    <p:sldId id="262" r:id="rId6"/>
    <p:sldId id="259" r:id="rId7"/>
    <p:sldId id="260" r:id="rId8"/>
  </p:sldIdLst>
  <p:sldSz cx="9144000" cy="5143500" type="screen16x9"/>
  <p:notesSz cx="6858000" cy="9144000"/>
  <p:embeddedFontLst>
    <p:embeddedFont>
      <p:font typeface="Albert Sans" panose="020B0604020202020204" charset="0"/>
      <p:regular r:id="rId10"/>
      <p:bold r:id="rId11"/>
      <p:italic r:id="rId12"/>
      <p:boldItalic r:id="rId13"/>
    </p:embeddedFont>
    <p:embeddedFont>
      <p:font typeface="DM Sans" pitchFamily="2" charset="0"/>
      <p:regular r:id="rId14"/>
      <p:bold r:id="rId15"/>
      <p:italic r:id="rId16"/>
      <p:boldItalic r:id="rId17"/>
    </p:embeddedFont>
    <p:embeddedFont>
      <p:font typeface="Viaoda Libre" panose="020B0604020202020204" charset="0"/>
      <p:regular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A37EB6C-4A78-46BE-AD4C-370BF26FFD3E}">
  <a:tblStyle styleId="{6A37EB6C-4A78-46BE-AD4C-370BF26FFD3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6" d="100"/>
          <a:sy n="116" d="100"/>
        </p:scale>
        <p:origin x="67"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10" Type="http://schemas.openxmlformats.org/officeDocument/2006/relationships/font" Target="fonts/font1.fntdata"/><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62ff4209b5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62ff4209b5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subTitle" idx="1"/>
          </p:nvPr>
        </p:nvSpPr>
        <p:spPr>
          <a:xfrm flipH="1">
            <a:off x="457200" y="4391750"/>
            <a:ext cx="4215600" cy="384000"/>
          </a:xfrm>
          <a:prstGeom prst="rect">
            <a:avLst/>
          </a:prstGeom>
          <a:ln>
            <a:noFill/>
          </a:ln>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0" name="Google Shape;10;p2"/>
          <p:cNvSpPr txBox="1">
            <a:spLocks noGrp="1"/>
          </p:cNvSpPr>
          <p:nvPr>
            <p:ph type="ctrTitle"/>
          </p:nvPr>
        </p:nvSpPr>
        <p:spPr>
          <a:xfrm rot="130" flipH="1">
            <a:off x="457525" y="368058"/>
            <a:ext cx="7931100" cy="2430600"/>
          </a:xfrm>
          <a:prstGeom prst="rect">
            <a:avLst/>
          </a:prstGeom>
          <a:noFill/>
        </p:spPr>
        <p:txBody>
          <a:bodyPr spcFirstLastPara="1" wrap="square" lIns="91425" tIns="91425" rIns="91425" bIns="91425" anchor="t" anchorCtr="0">
            <a:noAutofit/>
          </a:bodyPr>
          <a:lstStyle>
            <a:lvl1pPr lvl="0">
              <a:spcBef>
                <a:spcPts val="0"/>
              </a:spcBef>
              <a:spcAft>
                <a:spcPts val="0"/>
              </a:spcAft>
              <a:buClr>
                <a:srgbClr val="191919"/>
              </a:buClr>
              <a:buSzPts val="5200"/>
              <a:buNone/>
              <a:defRPr sz="7500">
                <a:latin typeface="Viaoda Libre"/>
                <a:ea typeface="Viaoda Libre"/>
                <a:cs typeface="Viaoda Libre"/>
                <a:sym typeface="Viaoda Libr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pic>
        <p:nvPicPr>
          <p:cNvPr id="11" name="Google Shape;11;p2" title="grad.png"/>
          <p:cNvPicPr preferRelativeResize="0"/>
          <p:nvPr/>
        </p:nvPicPr>
        <p:blipFill rotWithShape="1">
          <a:blip r:embed="rId2">
            <a:alphaModFix amt="64000"/>
          </a:blip>
          <a:srcRect l="11022" r="13739" b="8156"/>
          <a:stretch/>
        </p:blipFill>
        <p:spPr>
          <a:xfrm>
            <a:off x="3834475" y="1266252"/>
            <a:ext cx="6626048" cy="577770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body" idx="1"/>
          </p:nvPr>
        </p:nvSpPr>
        <p:spPr>
          <a:xfrm>
            <a:off x="457200" y="1221475"/>
            <a:ext cx="8233800" cy="1301700"/>
          </a:xfrm>
          <a:prstGeom prst="rect">
            <a:avLst/>
          </a:prstGeom>
        </p:spPr>
        <p:txBody>
          <a:bodyPr spcFirstLastPara="1" wrap="square" lIns="91425" tIns="91425" rIns="91425" bIns="91425" anchor="t" anchorCtr="0">
            <a:noAutofit/>
          </a:bodyPr>
          <a:lstStyle>
            <a:lvl1pPr marL="457200" lvl="0" indent="-304800" rtl="0">
              <a:lnSpc>
                <a:spcPct val="115000"/>
              </a:lnSpc>
              <a:spcBef>
                <a:spcPts val="0"/>
              </a:spcBef>
              <a:spcAft>
                <a:spcPts val="0"/>
              </a:spcAft>
              <a:buClr>
                <a:schemeClr val="dk2"/>
              </a:buClr>
              <a:buSzPts val="1200"/>
              <a:buFont typeface="Darker Grotesque SemiBold"/>
              <a:buChar char="●"/>
              <a:defRPr sz="1200"/>
            </a:lvl1pPr>
            <a:lvl2pPr marL="914400" lvl="1" indent="-304800" rtl="0">
              <a:lnSpc>
                <a:spcPct val="115000"/>
              </a:lnSpc>
              <a:spcBef>
                <a:spcPts val="0"/>
              </a:spcBef>
              <a:spcAft>
                <a:spcPts val="0"/>
              </a:spcAft>
              <a:buClr>
                <a:srgbClr val="364F27"/>
              </a:buClr>
              <a:buSzPts val="1200"/>
              <a:buFont typeface="Darker Grotesque SemiBold"/>
              <a:buChar char="○"/>
              <a:defRPr/>
            </a:lvl2pPr>
            <a:lvl3pPr marL="1371600" lvl="2" indent="-304800" rtl="0">
              <a:lnSpc>
                <a:spcPct val="115000"/>
              </a:lnSpc>
              <a:spcBef>
                <a:spcPts val="0"/>
              </a:spcBef>
              <a:spcAft>
                <a:spcPts val="0"/>
              </a:spcAft>
              <a:buClr>
                <a:srgbClr val="364F27"/>
              </a:buClr>
              <a:buSzPts val="1200"/>
              <a:buFont typeface="Darker Grotesque SemiBold"/>
              <a:buChar char="■"/>
              <a:defRPr/>
            </a:lvl3pPr>
            <a:lvl4pPr marL="1828800" lvl="3" indent="-304800" rtl="0">
              <a:lnSpc>
                <a:spcPct val="115000"/>
              </a:lnSpc>
              <a:spcBef>
                <a:spcPts val="0"/>
              </a:spcBef>
              <a:spcAft>
                <a:spcPts val="0"/>
              </a:spcAft>
              <a:buClr>
                <a:srgbClr val="364F27"/>
              </a:buClr>
              <a:buSzPts val="1200"/>
              <a:buFont typeface="Darker Grotesque SemiBold"/>
              <a:buChar char="●"/>
              <a:defRPr/>
            </a:lvl4pPr>
            <a:lvl5pPr marL="2286000" lvl="4" indent="-304800" rtl="0">
              <a:lnSpc>
                <a:spcPct val="115000"/>
              </a:lnSpc>
              <a:spcBef>
                <a:spcPts val="0"/>
              </a:spcBef>
              <a:spcAft>
                <a:spcPts val="0"/>
              </a:spcAft>
              <a:buClr>
                <a:srgbClr val="364F27"/>
              </a:buClr>
              <a:buSzPts val="1200"/>
              <a:buFont typeface="Darker Grotesque SemiBold"/>
              <a:buChar char="○"/>
              <a:defRPr/>
            </a:lvl5pPr>
            <a:lvl6pPr marL="2743200" lvl="5" indent="-304800" rtl="0">
              <a:lnSpc>
                <a:spcPct val="115000"/>
              </a:lnSpc>
              <a:spcBef>
                <a:spcPts val="0"/>
              </a:spcBef>
              <a:spcAft>
                <a:spcPts val="0"/>
              </a:spcAft>
              <a:buClr>
                <a:srgbClr val="364F27"/>
              </a:buClr>
              <a:buSzPts val="1200"/>
              <a:buFont typeface="Darker Grotesque SemiBold"/>
              <a:buChar char="■"/>
              <a:defRPr/>
            </a:lvl6pPr>
            <a:lvl7pPr marL="3200400" lvl="6" indent="-304800" rtl="0">
              <a:lnSpc>
                <a:spcPct val="115000"/>
              </a:lnSpc>
              <a:spcBef>
                <a:spcPts val="0"/>
              </a:spcBef>
              <a:spcAft>
                <a:spcPts val="0"/>
              </a:spcAft>
              <a:buClr>
                <a:srgbClr val="364F27"/>
              </a:buClr>
              <a:buSzPts val="1200"/>
              <a:buFont typeface="Darker Grotesque SemiBold"/>
              <a:buChar char="●"/>
              <a:defRPr/>
            </a:lvl7pPr>
            <a:lvl8pPr marL="3657600" lvl="7" indent="-304800" rtl="0">
              <a:lnSpc>
                <a:spcPct val="115000"/>
              </a:lnSpc>
              <a:spcBef>
                <a:spcPts val="0"/>
              </a:spcBef>
              <a:spcAft>
                <a:spcPts val="0"/>
              </a:spcAft>
              <a:buClr>
                <a:srgbClr val="364F27"/>
              </a:buClr>
              <a:buSzPts val="1200"/>
              <a:buFont typeface="Darker Grotesque SemiBold"/>
              <a:buChar char="○"/>
              <a:defRPr/>
            </a:lvl8pPr>
            <a:lvl9pPr marL="4114800" lvl="8" indent="-304800" rtl="0">
              <a:lnSpc>
                <a:spcPct val="115000"/>
              </a:lnSpc>
              <a:spcBef>
                <a:spcPts val="0"/>
              </a:spcBef>
              <a:spcAft>
                <a:spcPts val="0"/>
              </a:spcAft>
              <a:buClr>
                <a:srgbClr val="364F27"/>
              </a:buClr>
              <a:buSzPts val="1200"/>
              <a:buFont typeface="Darker Grotesque SemiBold"/>
              <a:buChar char="■"/>
              <a:defRPr/>
            </a:lvl9pPr>
          </a:lstStyle>
          <a:p>
            <a:endParaRPr/>
          </a:p>
        </p:txBody>
      </p:sp>
      <p:sp>
        <p:nvSpPr>
          <p:cNvPr id="18" name="Google Shape;18;p4"/>
          <p:cNvSpPr txBox="1">
            <a:spLocks noGrp="1"/>
          </p:cNvSpPr>
          <p:nvPr>
            <p:ph type="title"/>
          </p:nvPr>
        </p:nvSpPr>
        <p:spPr>
          <a:xfrm>
            <a:off x="515100" y="212325"/>
            <a:ext cx="8113800" cy="644700"/>
          </a:xfrm>
          <a:prstGeom prst="rect">
            <a:avLst/>
          </a:prstGeom>
          <a:ln>
            <a:noFill/>
          </a:ln>
        </p:spPr>
        <p:txBody>
          <a:bodyPr spcFirstLastPara="1" wrap="square" lIns="91425" tIns="91425" rIns="91425" bIns="91425" anchor="t" anchorCtr="0">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9"/>
        <p:cNvGrpSpPr/>
        <p:nvPr/>
      </p:nvGrpSpPr>
      <p:grpSpPr>
        <a:xfrm>
          <a:off x="0" y="0"/>
          <a:ext cx="0" cy="0"/>
          <a:chOff x="0" y="0"/>
          <a:chExt cx="0" cy="0"/>
        </a:xfrm>
      </p:grpSpPr>
      <p:sp>
        <p:nvSpPr>
          <p:cNvPr id="30" name="Google Shape;30;p7"/>
          <p:cNvSpPr txBox="1">
            <a:spLocks noGrp="1"/>
          </p:cNvSpPr>
          <p:nvPr>
            <p:ph type="body" idx="1"/>
          </p:nvPr>
        </p:nvSpPr>
        <p:spPr>
          <a:xfrm>
            <a:off x="4053700" y="1704950"/>
            <a:ext cx="4512900" cy="28368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Font typeface="DM Sans"/>
              <a:buChar char="●"/>
              <a:defRPr sz="1400"/>
            </a:lvl1pPr>
            <a:lvl2pPr marL="914400" lvl="1" indent="-317500" rtl="0">
              <a:lnSpc>
                <a:spcPct val="115000"/>
              </a:lnSpc>
              <a:spcBef>
                <a:spcPts val="0"/>
              </a:spcBef>
              <a:spcAft>
                <a:spcPts val="0"/>
              </a:spcAft>
              <a:buSzPts val="1400"/>
              <a:buFont typeface="DM Sans"/>
              <a:buChar char="○"/>
              <a:defRPr/>
            </a:lvl2pPr>
            <a:lvl3pPr marL="1371600" lvl="2" indent="-317500" rtl="0">
              <a:lnSpc>
                <a:spcPct val="115000"/>
              </a:lnSpc>
              <a:spcBef>
                <a:spcPts val="0"/>
              </a:spcBef>
              <a:spcAft>
                <a:spcPts val="0"/>
              </a:spcAft>
              <a:buSzPts val="1400"/>
              <a:buFont typeface="DM Sans"/>
              <a:buChar char="■"/>
              <a:defRPr/>
            </a:lvl3pPr>
            <a:lvl4pPr marL="1828800" lvl="3" indent="-317500" rtl="0">
              <a:lnSpc>
                <a:spcPct val="115000"/>
              </a:lnSpc>
              <a:spcBef>
                <a:spcPts val="0"/>
              </a:spcBef>
              <a:spcAft>
                <a:spcPts val="0"/>
              </a:spcAft>
              <a:buSzPts val="1400"/>
              <a:buFont typeface="DM Sans"/>
              <a:buChar char="●"/>
              <a:defRPr/>
            </a:lvl4pPr>
            <a:lvl5pPr marL="2286000" lvl="4" indent="-317500" rtl="0">
              <a:lnSpc>
                <a:spcPct val="115000"/>
              </a:lnSpc>
              <a:spcBef>
                <a:spcPts val="0"/>
              </a:spcBef>
              <a:spcAft>
                <a:spcPts val="0"/>
              </a:spcAft>
              <a:buSzPts val="1400"/>
              <a:buFont typeface="DM Sans"/>
              <a:buChar char="○"/>
              <a:defRPr/>
            </a:lvl5pPr>
            <a:lvl6pPr marL="2743200" lvl="5" indent="-317500" rtl="0">
              <a:lnSpc>
                <a:spcPct val="115000"/>
              </a:lnSpc>
              <a:spcBef>
                <a:spcPts val="0"/>
              </a:spcBef>
              <a:spcAft>
                <a:spcPts val="0"/>
              </a:spcAft>
              <a:buSzPts val="1400"/>
              <a:buFont typeface="DM Sans"/>
              <a:buChar char="■"/>
              <a:defRPr/>
            </a:lvl6pPr>
            <a:lvl7pPr marL="3200400" lvl="6" indent="-317500" rtl="0">
              <a:lnSpc>
                <a:spcPct val="115000"/>
              </a:lnSpc>
              <a:spcBef>
                <a:spcPts val="0"/>
              </a:spcBef>
              <a:spcAft>
                <a:spcPts val="0"/>
              </a:spcAft>
              <a:buSzPts val="1400"/>
              <a:buFont typeface="DM Sans"/>
              <a:buChar char="●"/>
              <a:defRPr/>
            </a:lvl7pPr>
            <a:lvl8pPr marL="3657600" lvl="7" indent="-317500" rtl="0">
              <a:lnSpc>
                <a:spcPct val="115000"/>
              </a:lnSpc>
              <a:spcBef>
                <a:spcPts val="0"/>
              </a:spcBef>
              <a:spcAft>
                <a:spcPts val="0"/>
              </a:spcAft>
              <a:buSzPts val="1400"/>
              <a:buFont typeface="DM Sans"/>
              <a:buChar char="○"/>
              <a:defRPr/>
            </a:lvl8pPr>
            <a:lvl9pPr marL="4114800" lvl="8" indent="-317500" rtl="0">
              <a:lnSpc>
                <a:spcPct val="115000"/>
              </a:lnSpc>
              <a:spcBef>
                <a:spcPts val="0"/>
              </a:spcBef>
              <a:spcAft>
                <a:spcPts val="0"/>
              </a:spcAft>
              <a:buSzPts val="1400"/>
              <a:buFont typeface="DM Sans"/>
              <a:buChar char="■"/>
              <a:defRPr/>
            </a:lvl9pPr>
          </a:lstStyle>
          <a:p>
            <a:endParaRPr/>
          </a:p>
        </p:txBody>
      </p:sp>
      <p:sp>
        <p:nvSpPr>
          <p:cNvPr id="31" name="Google Shape;31;p7"/>
          <p:cNvSpPr txBox="1">
            <a:spLocks noGrp="1"/>
          </p:cNvSpPr>
          <p:nvPr>
            <p:ph type="title"/>
          </p:nvPr>
        </p:nvSpPr>
        <p:spPr>
          <a:xfrm>
            <a:off x="515100" y="212325"/>
            <a:ext cx="8113800" cy="644700"/>
          </a:xfrm>
          <a:prstGeom prst="rect">
            <a:avLst/>
          </a:prstGeom>
          <a:ln>
            <a:noFill/>
          </a:ln>
        </p:spPr>
        <p:txBody>
          <a:bodyPr spcFirstLastPara="1" wrap="square" lIns="91425" tIns="91425" rIns="91425" bIns="91425" anchor="t" anchorCtr="0">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1388100" y="1307100"/>
            <a:ext cx="6367800" cy="2529300"/>
          </a:xfrm>
          <a:prstGeom prst="rect">
            <a:avLst/>
          </a:prstGeom>
          <a:ln>
            <a:noFill/>
          </a:ln>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4"/>
        <p:cNvGrpSpPr/>
        <p:nvPr/>
      </p:nvGrpSpPr>
      <p:grpSpPr>
        <a:xfrm>
          <a:off x="0" y="0"/>
          <a:ext cx="0" cy="0"/>
          <a:chOff x="0" y="0"/>
          <a:chExt cx="0" cy="0"/>
        </a:xfrm>
      </p:grpSpPr>
      <p:sp>
        <p:nvSpPr>
          <p:cNvPr id="35" name="Google Shape;35;p9"/>
          <p:cNvSpPr txBox="1">
            <a:spLocks noGrp="1"/>
          </p:cNvSpPr>
          <p:nvPr>
            <p:ph type="subTitle" idx="1"/>
          </p:nvPr>
        </p:nvSpPr>
        <p:spPr>
          <a:xfrm>
            <a:off x="720064" y="1580125"/>
            <a:ext cx="3597000" cy="238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6" name="Google Shape;36;p9"/>
          <p:cNvSpPr txBox="1">
            <a:spLocks noGrp="1"/>
          </p:cNvSpPr>
          <p:nvPr>
            <p:ph type="subTitle" idx="2"/>
          </p:nvPr>
        </p:nvSpPr>
        <p:spPr>
          <a:xfrm>
            <a:off x="4826936" y="1580125"/>
            <a:ext cx="3597000" cy="238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7" name="Google Shape;37;p9"/>
          <p:cNvSpPr txBox="1">
            <a:spLocks noGrp="1"/>
          </p:cNvSpPr>
          <p:nvPr>
            <p:ph type="title"/>
          </p:nvPr>
        </p:nvSpPr>
        <p:spPr>
          <a:xfrm>
            <a:off x="515100" y="212325"/>
            <a:ext cx="8113800" cy="644700"/>
          </a:xfrm>
          <a:prstGeom prst="rect">
            <a:avLst/>
          </a:prstGeom>
          <a:ln>
            <a:noFill/>
          </a:ln>
        </p:spPr>
        <p:txBody>
          <a:bodyPr spcFirstLastPara="1" wrap="square" lIns="91425" tIns="91425" rIns="91425" bIns="91425" anchor="t" anchorCtr="0">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1"/>
        <p:cNvGrpSpPr/>
        <p:nvPr/>
      </p:nvGrpSpPr>
      <p:grpSpPr>
        <a:xfrm>
          <a:off x="0" y="0"/>
          <a:ext cx="0" cy="0"/>
          <a:chOff x="0" y="0"/>
          <a:chExt cx="0" cy="0"/>
        </a:xfrm>
      </p:grpSpPr>
      <p:sp>
        <p:nvSpPr>
          <p:cNvPr id="42" name="Google Shape;42;p11"/>
          <p:cNvSpPr txBox="1">
            <a:spLocks noGrp="1"/>
          </p:cNvSpPr>
          <p:nvPr>
            <p:ph type="title" hasCustomPrompt="1"/>
          </p:nvPr>
        </p:nvSpPr>
        <p:spPr>
          <a:xfrm>
            <a:off x="1284000" y="1952850"/>
            <a:ext cx="4454700" cy="799500"/>
          </a:xfrm>
          <a:prstGeom prst="rect">
            <a:avLst/>
          </a:prstGeom>
        </p:spPr>
        <p:txBody>
          <a:bodyPr spcFirstLastPara="1" wrap="square" lIns="91425" tIns="91425" rIns="91425" bIns="91425" anchor="b" anchorCtr="0">
            <a:noAutofit/>
          </a:bodyPr>
          <a:lstStyle>
            <a:lvl1pPr lvl="0">
              <a:spcBef>
                <a:spcPts val="0"/>
              </a:spcBef>
              <a:spcAft>
                <a:spcPts val="0"/>
              </a:spcAft>
              <a:buSzPts val="9600"/>
              <a:buNone/>
              <a:defRPr sz="6000"/>
            </a:lvl1pPr>
            <a:lvl2pPr lvl="1">
              <a:spcBef>
                <a:spcPts val="0"/>
              </a:spcBef>
              <a:spcAft>
                <a:spcPts val="0"/>
              </a:spcAft>
              <a:buSzPts val="9600"/>
              <a:buNone/>
              <a:defRPr sz="9600"/>
            </a:lvl2pPr>
            <a:lvl3pPr lvl="2">
              <a:spcBef>
                <a:spcPts val="0"/>
              </a:spcBef>
              <a:spcAft>
                <a:spcPts val="0"/>
              </a:spcAft>
              <a:buSzPts val="9600"/>
              <a:buNone/>
              <a:defRPr sz="9600"/>
            </a:lvl3pPr>
            <a:lvl4pPr lvl="3">
              <a:spcBef>
                <a:spcPts val="0"/>
              </a:spcBef>
              <a:spcAft>
                <a:spcPts val="0"/>
              </a:spcAft>
              <a:buSzPts val="9600"/>
              <a:buNone/>
              <a:defRPr sz="9600"/>
            </a:lvl4pPr>
            <a:lvl5pPr lvl="4">
              <a:spcBef>
                <a:spcPts val="0"/>
              </a:spcBef>
              <a:spcAft>
                <a:spcPts val="0"/>
              </a:spcAft>
              <a:buSzPts val="9600"/>
              <a:buNone/>
              <a:defRPr sz="9600"/>
            </a:lvl5pPr>
            <a:lvl6pPr lvl="5">
              <a:spcBef>
                <a:spcPts val="0"/>
              </a:spcBef>
              <a:spcAft>
                <a:spcPts val="0"/>
              </a:spcAft>
              <a:buSzPts val="9600"/>
              <a:buNone/>
              <a:defRPr sz="9600"/>
            </a:lvl6pPr>
            <a:lvl7pPr lvl="6">
              <a:spcBef>
                <a:spcPts val="0"/>
              </a:spcBef>
              <a:spcAft>
                <a:spcPts val="0"/>
              </a:spcAft>
              <a:buSzPts val="9600"/>
              <a:buNone/>
              <a:defRPr sz="9600"/>
            </a:lvl7pPr>
            <a:lvl8pPr lvl="7">
              <a:spcBef>
                <a:spcPts val="0"/>
              </a:spcBef>
              <a:spcAft>
                <a:spcPts val="0"/>
              </a:spcAft>
              <a:buSzPts val="9600"/>
              <a:buNone/>
              <a:defRPr sz="9600"/>
            </a:lvl8pPr>
            <a:lvl9pPr lvl="8">
              <a:spcBef>
                <a:spcPts val="0"/>
              </a:spcBef>
              <a:spcAft>
                <a:spcPts val="0"/>
              </a:spcAft>
              <a:buSzPts val="9600"/>
              <a:buNone/>
              <a:defRPr sz="9600"/>
            </a:lvl9pPr>
          </a:lstStyle>
          <a:p>
            <a:r>
              <a:t>xx%</a:t>
            </a:r>
          </a:p>
        </p:txBody>
      </p:sp>
      <p:sp>
        <p:nvSpPr>
          <p:cNvPr id="43" name="Google Shape;43;p11"/>
          <p:cNvSpPr txBox="1">
            <a:spLocks noGrp="1"/>
          </p:cNvSpPr>
          <p:nvPr>
            <p:ph type="subTitle" idx="1"/>
          </p:nvPr>
        </p:nvSpPr>
        <p:spPr>
          <a:xfrm>
            <a:off x="1284000" y="2816250"/>
            <a:ext cx="4454700" cy="3744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4"/>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05"/>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10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1pPr>
            <a:lvl2pPr lvl="1"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2pPr>
            <a:lvl3pPr lvl="2"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3pPr>
            <a:lvl4pPr lvl="3"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4pPr>
            <a:lvl5pPr lvl="4"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5pPr>
            <a:lvl6pPr lvl="5"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6pPr>
            <a:lvl7pPr lvl="6"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7pPr>
            <a:lvl8pPr lvl="7"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8pPr>
            <a:lvl9pPr lvl="8"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1pPr>
            <a:lvl2pPr marL="914400" lvl="1"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2pPr>
            <a:lvl3pPr marL="1371600" lvl="2"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3pPr>
            <a:lvl4pPr marL="1828800" lvl="3"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4pPr>
            <a:lvl5pPr marL="2286000" lvl="4"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5pPr>
            <a:lvl6pPr marL="2743200" lvl="5"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6pPr>
            <a:lvl7pPr marL="3200400" lvl="6"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7pPr>
            <a:lvl8pPr marL="3657600" lvl="7"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8pPr>
            <a:lvl9pPr marL="4114800" lvl="8"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3" r:id="rId3"/>
    <p:sldLayoutId id="2147483654" r:id="rId4"/>
    <p:sldLayoutId id="2147483655" r:id="rId5"/>
    <p:sldLayoutId id="2147483657" r:id="rId6"/>
    <p:sldLayoutId id="2147483658" r:id="rId7"/>
    <p:sldLayoutId id="2147483668" r:id="rId8"/>
    <p:sldLayoutId id="214748366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8"/>
          <p:cNvSpPr txBox="1">
            <a:spLocks noGrp="1"/>
          </p:cNvSpPr>
          <p:nvPr>
            <p:ph type="subTitle" idx="1"/>
          </p:nvPr>
        </p:nvSpPr>
        <p:spPr>
          <a:xfrm flipH="1">
            <a:off x="249980" y="2977390"/>
            <a:ext cx="5343798" cy="1798202"/>
          </a:xfrm>
          <a:prstGeom prst="rect">
            <a:avLst/>
          </a:prstGeom>
        </p:spPr>
        <p:txBody>
          <a:bodyPr spcFirstLastPara="1" wrap="square" lIns="91425" tIns="91425" rIns="91425" bIns="91425" anchor="t" anchorCtr="0">
            <a:noAutofit/>
          </a:bodyPr>
          <a:lstStyle/>
          <a:p>
            <a:pPr>
              <a:spcAft>
                <a:spcPts val="1400"/>
              </a:spcAft>
              <a:defRPr sz="2000"/>
            </a:pPr>
            <a:r>
              <a:rPr lang="en-US" dirty="0">
                <a:latin typeface="Viaoda Libre" panose="020B0604020202020204" charset="0"/>
              </a:rPr>
              <a:t>Database Systems Engineering and Distributed Backend Development (25CS1302E)</a:t>
            </a:r>
          </a:p>
          <a:p>
            <a:pPr>
              <a:spcAft>
                <a:spcPts val="1400"/>
              </a:spcAft>
              <a:defRPr sz="2000"/>
            </a:pPr>
            <a:r>
              <a:rPr lang="en-US" dirty="0">
                <a:latin typeface="Viaoda Libre" panose="020B0604020202020204" charset="0"/>
              </a:rPr>
              <a:t>Team: Arnav Chitikena &amp; Harshith Maddineni</a:t>
            </a:r>
          </a:p>
          <a:p>
            <a:pPr marL="0" lvl="0" indent="0" algn="l" rtl="0">
              <a:spcBef>
                <a:spcPts val="0"/>
              </a:spcBef>
              <a:spcAft>
                <a:spcPts val="0"/>
              </a:spcAft>
              <a:buNone/>
            </a:pPr>
            <a:endParaRPr dirty="0">
              <a:latin typeface="Viaoda Libre" panose="020B0604020202020204" charset="0"/>
            </a:endParaRPr>
          </a:p>
        </p:txBody>
      </p:sp>
      <p:sp>
        <p:nvSpPr>
          <p:cNvPr id="123" name="Google Shape;123;p28"/>
          <p:cNvSpPr txBox="1">
            <a:spLocks noGrp="1"/>
          </p:cNvSpPr>
          <p:nvPr>
            <p:ph type="ctrTitle"/>
          </p:nvPr>
        </p:nvSpPr>
        <p:spPr>
          <a:xfrm rot="130" flipH="1">
            <a:off x="457525" y="368058"/>
            <a:ext cx="7931100" cy="2430600"/>
          </a:xfrm>
          <a:prstGeom prst="rect">
            <a:avLst/>
          </a:prstGeom>
        </p:spPr>
        <p:txBody>
          <a:bodyPr spcFirstLastPara="1" wrap="square" lIns="91425" tIns="91425" rIns="91425" bIns="91425" anchor="t" anchorCtr="0">
            <a:noAutofit/>
          </a:bodyPr>
          <a:lstStyle/>
          <a:p>
            <a:r>
              <a:rPr lang="en-IN" dirty="0"/>
              <a:t>Grievance Redressal Portal for Institutions</a:t>
            </a:r>
            <a:br>
              <a:rPr lang="en-IN" dirty="0"/>
            </a:br>
            <a:br>
              <a:rPr lang="en-IN" dirty="0"/>
            </a:br>
            <a:endParaRPr sz="2000" i="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B365FE0-871B-C0A4-6B4E-CE7C68869376}"/>
              </a:ext>
            </a:extLst>
          </p:cNvPr>
          <p:cNvSpPr>
            <a:spLocks noGrp="1"/>
          </p:cNvSpPr>
          <p:nvPr>
            <p:ph type="subTitle" idx="1"/>
          </p:nvPr>
        </p:nvSpPr>
        <p:spPr>
          <a:xfrm flipH="1">
            <a:off x="2336800" y="201308"/>
            <a:ext cx="4215600" cy="384000"/>
          </a:xfrm>
        </p:spPr>
        <p:txBody>
          <a:bodyPr/>
          <a:lstStyle/>
          <a:p>
            <a:pPr algn="ctr"/>
            <a:r>
              <a:rPr lang="en-IN" sz="2800" dirty="0">
                <a:latin typeface="Times New Roman" panose="02020603050405020304" pitchFamily="18" charset="0"/>
                <a:cs typeface="Times New Roman" panose="02020603050405020304" pitchFamily="18" charset="0"/>
              </a:rPr>
              <a:t>Abstract</a:t>
            </a:r>
          </a:p>
        </p:txBody>
      </p:sp>
      <p:sp>
        <p:nvSpPr>
          <p:cNvPr id="3" name="Title 2">
            <a:extLst>
              <a:ext uri="{FF2B5EF4-FFF2-40B4-BE49-F238E27FC236}">
                <a16:creationId xmlns:a16="http://schemas.microsoft.com/office/drawing/2014/main" id="{87EAA051-F232-18D0-B621-7BD76E63002D}"/>
              </a:ext>
            </a:extLst>
          </p:cNvPr>
          <p:cNvSpPr>
            <a:spLocks noGrp="1"/>
          </p:cNvSpPr>
          <p:nvPr>
            <p:ph type="ctrTitle"/>
          </p:nvPr>
        </p:nvSpPr>
        <p:spPr>
          <a:xfrm rot="130" flipH="1">
            <a:off x="479022" y="1013219"/>
            <a:ext cx="7931100" cy="3928968"/>
          </a:xfrm>
        </p:spPr>
        <p:txBody>
          <a:bodyPr/>
          <a:lstStyle/>
          <a:p>
            <a:r>
              <a:rPr lang="en-IN" sz="1600" b="1" dirty="0">
                <a:latin typeface="Times New Roman" panose="02020603050405020304" pitchFamily="18" charset="0"/>
                <a:cs typeface="Times New Roman" panose="02020603050405020304" pitchFamily="18" charset="0"/>
              </a:rPr>
              <a:t>Grievance Redressal Portal for Institutions</a:t>
            </a:r>
            <a:r>
              <a:rPr lang="en-IN" sz="1600" dirty="0">
                <a:latin typeface="Times New Roman" panose="02020603050405020304" pitchFamily="18" charset="0"/>
                <a:cs typeface="Times New Roman" panose="02020603050405020304" pitchFamily="18" charset="0"/>
              </a:rPr>
              <a:t> is a web-based system designed to provide a centralized, transparent, and efficient platform for managing grievances raised by students and other institutional users. In many educational institutions, complaints related to academics, infrastructure, information technology, examinations, hostel facilities, transportation, and other campus services may be handled through manual or disconnected processes, making it difficult to track complaints, assign responsibilities, and monitor their resolution.</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The proposed portal aims to simplify this process by providing role-based access for students, staff, and administrators. Students can securely log in, submit grievances by selecting appropriate categories and priorities, and track the status of their complaints. Staff members can view grievances assigned to them, update their progress, and provide responses or resolutions. Administrators can monitor all grievances, assign complaints to appropriate departments or staff, manage users and categories, and analyse grievance statistics.</a:t>
            </a:r>
            <a:br>
              <a:rPr lang="en-IN" sz="1600" dirty="0">
                <a:latin typeface="Times New Roman" panose="02020603050405020304" pitchFamily="18" charset="0"/>
                <a:cs typeface="Times New Roman" panose="02020603050405020304" pitchFamily="18" charset="0"/>
              </a:rPr>
            </a:b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72938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D972CC44-1FF7-ED8E-3C28-F5D990933EAA}"/>
              </a:ext>
            </a:extLst>
          </p:cNvPr>
          <p:cNvSpPr>
            <a:spLocks noGrp="1"/>
          </p:cNvSpPr>
          <p:nvPr>
            <p:ph type="subTitle" idx="1"/>
          </p:nvPr>
        </p:nvSpPr>
        <p:spPr>
          <a:xfrm flipH="1">
            <a:off x="634999" y="1005083"/>
            <a:ext cx="8051521" cy="3558449"/>
          </a:xfrm>
        </p:spPr>
        <p:txBody>
          <a:bodyPr/>
          <a:lstStyle/>
          <a:p>
            <a:pPr>
              <a:spcAft>
                <a:spcPts val="1400"/>
              </a:spcAft>
              <a:defRPr sz="1800"/>
            </a:pPr>
            <a:r>
              <a:rPr lang="en-US" dirty="0">
                <a:latin typeface="Times New Roman" panose="02020603050405020304" pitchFamily="18" charset="0"/>
                <a:cs typeface="Times New Roman" panose="02020603050405020304" pitchFamily="18" charset="0"/>
              </a:rPr>
              <a:t>Educational institutions receive grievances related to academics, infrastructure, IT, examinations, hostels, transportation, and other campus services.</a:t>
            </a:r>
          </a:p>
          <a:p>
            <a:pPr>
              <a:spcAft>
                <a:spcPts val="1400"/>
              </a:spcAft>
              <a:defRPr sz="1800"/>
            </a:pPr>
            <a:r>
              <a:rPr lang="en-US" dirty="0">
                <a:latin typeface="Times New Roman" panose="02020603050405020304" pitchFamily="18" charset="0"/>
                <a:cs typeface="Times New Roman" panose="02020603050405020304" pitchFamily="18" charset="0"/>
              </a:rPr>
              <a:t>Many complaints are handled through manual or disconnected channels such as verbal communication, emails, forms, or messaging platforms.</a:t>
            </a:r>
          </a:p>
          <a:p>
            <a:pPr>
              <a:spcAft>
                <a:spcPts val="1400"/>
              </a:spcAft>
              <a:defRPr sz="1800"/>
            </a:pPr>
            <a:r>
              <a:rPr lang="en-US" dirty="0">
                <a:latin typeface="Times New Roman" panose="02020603050405020304" pitchFamily="18" charset="0"/>
                <a:cs typeface="Times New Roman" panose="02020603050405020304" pitchFamily="18" charset="0"/>
              </a:rPr>
              <a:t>This makes it difficult to track complaints, assign responsibilities, monitor progress, and ensure timely resolution.</a:t>
            </a:r>
          </a:p>
          <a:p>
            <a:pPr>
              <a:spcAft>
                <a:spcPts val="1400"/>
              </a:spcAft>
              <a:defRPr sz="2000"/>
            </a:pPr>
            <a:r>
              <a:rPr lang="en-US" dirty="0">
                <a:latin typeface="Times New Roman" panose="02020603050405020304" pitchFamily="18" charset="0"/>
                <a:cs typeface="Times New Roman" panose="02020603050405020304" pitchFamily="18" charset="0"/>
              </a:rPr>
              <a:t>A centralized and transparent grievance management system is therefore required.</a:t>
            </a:r>
          </a:p>
          <a:p>
            <a:endParaRPr lang="en-IN"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4A37E54B-244F-7ECC-ACCB-63115496EFCC}"/>
              </a:ext>
            </a:extLst>
          </p:cNvPr>
          <p:cNvSpPr>
            <a:spLocks noGrp="1"/>
          </p:cNvSpPr>
          <p:nvPr>
            <p:ph type="ctrTitle"/>
          </p:nvPr>
        </p:nvSpPr>
        <p:spPr/>
        <p:txBody>
          <a:bodyPr/>
          <a:lstStyle/>
          <a:p>
            <a:r>
              <a:rPr lang="en-IN" sz="2400" dirty="0">
                <a:latin typeface="Times New Roman" panose="02020603050405020304" pitchFamily="18" charset="0"/>
                <a:cs typeface="Times New Roman" panose="02020603050405020304" pitchFamily="18" charset="0"/>
              </a:rPr>
              <a:t>Problem Statement</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74161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a:extLst>
              <a:ext uri="{FF2B5EF4-FFF2-40B4-BE49-F238E27FC236}">
                <a16:creationId xmlns:a16="http://schemas.microsoft.com/office/drawing/2014/main" id="{FD22890E-A346-C628-C09D-3F23E228E922}"/>
              </a:ext>
            </a:extLst>
          </p:cNvPr>
          <p:cNvSpPr>
            <a:spLocks noGrp="1"/>
          </p:cNvSpPr>
          <p:nvPr>
            <p:ph type="subTitle" idx="1"/>
          </p:nvPr>
        </p:nvSpPr>
        <p:spPr/>
        <p:txBody>
          <a:bodyPr/>
          <a:lstStyle/>
          <a:p>
            <a:endParaRPr lang="en-IN"/>
          </a:p>
        </p:txBody>
      </p:sp>
      <p:sp>
        <p:nvSpPr>
          <p:cNvPr id="3" name="Title 2">
            <a:extLst>
              <a:ext uri="{FF2B5EF4-FFF2-40B4-BE49-F238E27FC236}">
                <a16:creationId xmlns:a16="http://schemas.microsoft.com/office/drawing/2014/main" id="{BBEF851D-7448-D02C-3775-9D113FE829B1}"/>
              </a:ext>
            </a:extLst>
          </p:cNvPr>
          <p:cNvSpPr>
            <a:spLocks noGrp="1"/>
          </p:cNvSpPr>
          <p:nvPr>
            <p:ph type="ctrTitle"/>
          </p:nvPr>
        </p:nvSpPr>
        <p:spPr>
          <a:xfrm rot="130" flipH="1">
            <a:off x="606450" y="916965"/>
            <a:ext cx="7931100" cy="2430600"/>
          </a:xfrm>
        </p:spPr>
        <p:txBody>
          <a:bodyPr/>
          <a:lstStyle/>
          <a:p>
            <a:r>
              <a:rPr lang="en-IN" sz="1800" dirty="0">
                <a:latin typeface="Times New Roman" panose="02020603050405020304" pitchFamily="18" charset="0"/>
                <a:cs typeface="Times New Roman" panose="02020603050405020304" pitchFamily="18" charset="0"/>
              </a:rPr>
              <a:t> </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Currently, grievances in many institutions may be handled through different and disconnected channels, such as:</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Paper/application forms </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Emails </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Verbal communication </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Messaging platforms </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Direct communication with staff</a:t>
            </a:r>
            <a:br>
              <a:rPr lang="en-IN"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B0C5D79-2032-129D-B6BE-05B6A27D444A}"/>
              </a:ext>
            </a:extLst>
          </p:cNvPr>
          <p:cNvSpPr txBox="1"/>
          <p:nvPr/>
        </p:nvSpPr>
        <p:spPr>
          <a:xfrm>
            <a:off x="557405" y="367750"/>
            <a:ext cx="4572000" cy="338554"/>
          </a:xfrm>
          <a:prstGeom prst="rect">
            <a:avLst/>
          </a:prstGeom>
          <a:noFill/>
        </p:spPr>
        <p:txBody>
          <a:bodyPr wrap="square">
            <a:spAutoFit/>
          </a:bodyPr>
          <a:lstStyle/>
          <a:p>
            <a:r>
              <a:rPr lang="en-IN" sz="1600" dirty="0">
                <a:latin typeface="Times New Roman" panose="02020603050405020304" pitchFamily="18" charset="0"/>
                <a:cs typeface="Times New Roman" panose="02020603050405020304" pitchFamily="18" charset="0"/>
              </a:rPr>
              <a:t>Existing System</a:t>
            </a:r>
            <a:endParaRPr lang="en-IN" dirty="0"/>
          </a:p>
        </p:txBody>
      </p:sp>
    </p:spTree>
    <p:extLst>
      <p:ext uri="{BB962C8B-B14F-4D97-AF65-F5344CB8AC3E}">
        <p14:creationId xmlns:p14="http://schemas.microsoft.com/office/powerpoint/2010/main" val="2798150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25BC74B-1922-4746-515C-FFC9F80E7E3F}"/>
              </a:ext>
            </a:extLst>
          </p:cNvPr>
          <p:cNvSpPr>
            <a:spLocks noGrp="1"/>
          </p:cNvSpPr>
          <p:nvPr>
            <p:ph type="ctrTitle"/>
          </p:nvPr>
        </p:nvSpPr>
        <p:spPr>
          <a:xfrm rot="130" flipH="1">
            <a:off x="1059197" y="787492"/>
            <a:ext cx="8845445" cy="3863616"/>
          </a:xfrm>
        </p:spPr>
        <p:txBody>
          <a:bodyPr/>
          <a:lstStyle/>
          <a:p>
            <a:r>
              <a:rPr lang="en-IN" sz="1600" dirty="0">
                <a:latin typeface="Times New Roman" panose="02020603050405020304" pitchFamily="18" charset="0"/>
                <a:cs typeface="Times New Roman" panose="02020603050405020304" pitchFamily="18" charset="0"/>
              </a:rPr>
              <a:t>PROBLEM</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Student submits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System records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Admin assigns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Staff handles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Staff updates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Student tracks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Problem solved</a:t>
            </a:r>
          </a:p>
        </p:txBody>
      </p:sp>
      <p:sp>
        <p:nvSpPr>
          <p:cNvPr id="4" name="TextBox 3">
            <a:extLst>
              <a:ext uri="{FF2B5EF4-FFF2-40B4-BE49-F238E27FC236}">
                <a16:creationId xmlns:a16="http://schemas.microsoft.com/office/drawing/2014/main" id="{723FB0BF-CD78-1BA1-15F0-C33B098C2E59}"/>
              </a:ext>
            </a:extLst>
          </p:cNvPr>
          <p:cNvSpPr txBox="1"/>
          <p:nvPr/>
        </p:nvSpPr>
        <p:spPr>
          <a:xfrm>
            <a:off x="881507" y="367750"/>
            <a:ext cx="1559085" cy="307777"/>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Proposed System</a:t>
            </a:r>
          </a:p>
        </p:txBody>
      </p:sp>
      <p:pic>
        <p:nvPicPr>
          <p:cNvPr id="8" name="Picture 7">
            <a:extLst>
              <a:ext uri="{FF2B5EF4-FFF2-40B4-BE49-F238E27FC236}">
                <a16:creationId xmlns:a16="http://schemas.microsoft.com/office/drawing/2014/main" id="{0547511A-29C6-EF3D-CEC6-C9D48EC60ABE}"/>
              </a:ext>
            </a:extLst>
          </p:cNvPr>
          <p:cNvPicPr>
            <a:picLocks noChangeAspect="1"/>
          </p:cNvPicPr>
          <p:nvPr/>
        </p:nvPicPr>
        <p:blipFill>
          <a:blip r:embed="rId2"/>
          <a:stretch>
            <a:fillRect/>
          </a:stretch>
        </p:blipFill>
        <p:spPr>
          <a:xfrm>
            <a:off x="2617712" y="367750"/>
            <a:ext cx="6129022" cy="4063808"/>
          </a:xfrm>
          <a:prstGeom prst="rect">
            <a:avLst/>
          </a:prstGeom>
        </p:spPr>
      </p:pic>
    </p:spTree>
    <p:extLst>
      <p:ext uri="{BB962C8B-B14F-4D97-AF65-F5344CB8AC3E}">
        <p14:creationId xmlns:p14="http://schemas.microsoft.com/office/powerpoint/2010/main" val="70463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24D94FB-37EF-F699-FEFE-2DC9906ECA7F}"/>
              </a:ext>
            </a:extLst>
          </p:cNvPr>
          <p:cNvSpPr>
            <a:spLocks noGrp="1"/>
          </p:cNvSpPr>
          <p:nvPr>
            <p:ph type="ctrTitle"/>
          </p:nvPr>
        </p:nvSpPr>
        <p:spPr>
          <a:xfrm rot="130" flipH="1">
            <a:off x="457559" y="368058"/>
            <a:ext cx="7931100" cy="605624"/>
          </a:xfrm>
        </p:spPr>
        <p:txBody>
          <a:bodyPr/>
          <a:lstStyle/>
          <a:p>
            <a:pPr>
              <a:spcAft>
                <a:spcPts val="1400"/>
              </a:spcAft>
              <a:defRPr sz="1800"/>
            </a:pPr>
            <a:r>
              <a:rPr lang="en-IN" dirty="0">
                <a:latin typeface="Times New Roman" panose="02020603050405020304" pitchFamily="18" charset="0"/>
                <a:cs typeface="Times New Roman" panose="02020603050405020304" pitchFamily="18" charset="0"/>
              </a:rPr>
              <a:t>Technologies Used</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9FB89C2-A43C-D62E-AA1B-8601C91CA3C8}"/>
              </a:ext>
            </a:extLst>
          </p:cNvPr>
          <p:cNvSpPr txBox="1"/>
          <p:nvPr/>
        </p:nvSpPr>
        <p:spPr>
          <a:xfrm>
            <a:off x="609600" y="778933"/>
            <a:ext cx="7232649" cy="3631763"/>
          </a:xfrm>
          <a:prstGeom prst="rect">
            <a:avLst/>
          </a:prstGeom>
          <a:noFill/>
        </p:spPr>
        <p:txBody>
          <a:bodyPr wrap="square">
            <a:spAutoFit/>
          </a:bodyPr>
          <a:lstStyle/>
          <a:p>
            <a:pPr>
              <a:spcAft>
                <a:spcPts val="1400"/>
              </a:spcAft>
              <a:defRPr sz="2000"/>
            </a:pPr>
            <a:r>
              <a:rPr lang="en-IN" sz="2000" dirty="0">
                <a:latin typeface="Times New Roman" panose="02020603050405020304" pitchFamily="18" charset="0"/>
                <a:cs typeface="Times New Roman" panose="02020603050405020304" pitchFamily="18" charset="0"/>
              </a:rPr>
              <a:t>React.js — Frontend development</a:t>
            </a:r>
          </a:p>
          <a:p>
            <a:pPr>
              <a:spcAft>
                <a:spcPts val="1400"/>
              </a:spcAft>
              <a:defRPr sz="2000"/>
            </a:pPr>
            <a:r>
              <a:rPr lang="en-IN" sz="2000" dirty="0">
                <a:latin typeface="Times New Roman" panose="02020603050405020304" pitchFamily="18" charset="0"/>
                <a:cs typeface="Times New Roman" panose="02020603050405020304" pitchFamily="18" charset="0"/>
              </a:rPr>
              <a:t>Node.js — Backend runtime environment</a:t>
            </a:r>
          </a:p>
          <a:p>
            <a:pPr>
              <a:spcAft>
                <a:spcPts val="1400"/>
              </a:spcAft>
              <a:defRPr sz="2000"/>
            </a:pPr>
            <a:r>
              <a:rPr lang="en-IN" sz="2000" dirty="0">
                <a:latin typeface="Times New Roman" panose="02020603050405020304" pitchFamily="18" charset="0"/>
                <a:cs typeface="Times New Roman" panose="02020603050405020304" pitchFamily="18" charset="0"/>
              </a:rPr>
              <a:t>Express.js — Backend framework and REST API development</a:t>
            </a:r>
          </a:p>
          <a:p>
            <a:pPr>
              <a:spcAft>
                <a:spcPts val="1400"/>
              </a:spcAft>
              <a:defRPr sz="2000"/>
            </a:pPr>
            <a:r>
              <a:rPr lang="en-IN" sz="2000" dirty="0">
                <a:latin typeface="Times New Roman" panose="02020603050405020304" pitchFamily="18" charset="0"/>
                <a:cs typeface="Times New Roman" panose="02020603050405020304" pitchFamily="18" charset="0"/>
              </a:rPr>
              <a:t>MongoDB Atlas — NoSQL database</a:t>
            </a:r>
          </a:p>
          <a:p>
            <a:pPr>
              <a:spcAft>
                <a:spcPts val="1400"/>
              </a:spcAft>
              <a:defRPr sz="2000"/>
            </a:pPr>
            <a:r>
              <a:rPr lang="en-IN" sz="2000" dirty="0">
                <a:latin typeface="Times New Roman" panose="02020603050405020304" pitchFamily="18" charset="0"/>
                <a:cs typeface="Times New Roman" panose="02020603050405020304" pitchFamily="18" charset="0"/>
              </a:rPr>
              <a:t>Mongoose — ODM for MongoDB and Node.js</a:t>
            </a:r>
          </a:p>
          <a:p>
            <a:pPr>
              <a:spcAft>
                <a:spcPts val="1400"/>
              </a:spcAft>
              <a:defRPr sz="2000"/>
            </a:pPr>
            <a:r>
              <a:rPr lang="en-IN" sz="2000" dirty="0">
                <a:latin typeface="Times New Roman" panose="02020603050405020304" pitchFamily="18" charset="0"/>
                <a:cs typeface="Times New Roman" panose="02020603050405020304" pitchFamily="18" charset="0"/>
              </a:rPr>
              <a:t>REST APIs — Communication between frontend and backend</a:t>
            </a:r>
          </a:p>
          <a:p>
            <a:pPr>
              <a:spcAft>
                <a:spcPts val="1400"/>
              </a:spcAft>
              <a:defRPr sz="2000"/>
            </a:pPr>
            <a:r>
              <a:rPr lang="en-IN" sz="2000" dirty="0">
                <a:latin typeface="Times New Roman" panose="02020603050405020304" pitchFamily="18" charset="0"/>
                <a:cs typeface="Times New Roman" panose="02020603050405020304" pitchFamily="18" charset="0"/>
              </a:rPr>
              <a:t>VS Code, Postman, Git &amp; GitHub — Development, testing, and collaboration tools</a:t>
            </a:r>
          </a:p>
        </p:txBody>
      </p:sp>
    </p:spTree>
    <p:extLst>
      <p:ext uri="{BB962C8B-B14F-4D97-AF65-F5344CB8AC3E}">
        <p14:creationId xmlns:p14="http://schemas.microsoft.com/office/powerpoint/2010/main" val="3598210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508E0-9DD9-B70C-7ABF-AB14DEA2C76A}"/>
              </a:ext>
            </a:extLst>
          </p:cNvPr>
          <p:cNvSpPr>
            <a:spLocks noGrp="1"/>
          </p:cNvSpPr>
          <p:nvPr>
            <p:ph type="ctrTitle"/>
          </p:nvPr>
        </p:nvSpPr>
        <p:spPr>
          <a:xfrm rot="130" flipH="1">
            <a:off x="606450" y="1273992"/>
            <a:ext cx="7931100" cy="2430600"/>
          </a:xfrm>
        </p:spPr>
        <p:txBody>
          <a:bodyPr/>
          <a:lstStyle/>
          <a:p>
            <a:pPr>
              <a:spcAft>
                <a:spcPts val="1400"/>
              </a:spcAft>
              <a:defRPr sz="2000"/>
            </a:pPr>
            <a:r>
              <a:rPr lang="en-US" dirty="0">
                <a:latin typeface="Times New Roman" panose="02020603050405020304" pitchFamily="18" charset="0"/>
                <a:cs typeface="Times New Roman" panose="02020603050405020304" pitchFamily="18" charset="0"/>
              </a:rPr>
              <a:t>Centralized management of institutional grievances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Easy submission and tracking of complaints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Improved accountability through assignment and status tracking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Greater transparency for students and administrators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Faster and more organized grievance resolution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Structured storage and retrieval of grievance records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 scalable digital platform for institutional grievance management</a:t>
            </a: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84D244F-BE2F-750D-5BDE-33A57C184D72}"/>
              </a:ext>
            </a:extLst>
          </p:cNvPr>
          <p:cNvSpPr txBox="1"/>
          <p:nvPr/>
        </p:nvSpPr>
        <p:spPr>
          <a:xfrm>
            <a:off x="1363134" y="662577"/>
            <a:ext cx="5240866"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OUTCOMES</a:t>
            </a:r>
          </a:p>
        </p:txBody>
      </p:sp>
    </p:spTree>
    <p:extLst>
      <p:ext uri="{BB962C8B-B14F-4D97-AF65-F5344CB8AC3E}">
        <p14:creationId xmlns:p14="http://schemas.microsoft.com/office/powerpoint/2010/main" val="1632013928"/>
      </p:ext>
    </p:extLst>
  </p:cSld>
  <p:clrMapOvr>
    <a:masterClrMapping/>
  </p:clrMapOvr>
</p:sld>
</file>

<file path=ppt/theme/theme1.xml><?xml version="1.0" encoding="utf-8"?>
<a:theme xmlns:a="http://schemas.openxmlformats.org/drawingml/2006/main" name="Minimal Gradient by Slidesgo">
  <a:themeElements>
    <a:clrScheme name="Simple Light">
      <a:dk1>
        <a:srgbClr val="000000"/>
      </a:dk1>
      <a:lt1>
        <a:srgbClr val="FFFBF8"/>
      </a:lt1>
      <a:dk2>
        <a:srgbClr val="000000"/>
      </a:dk2>
      <a:lt2>
        <a:srgbClr val="000000"/>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TotalTime>
  <Words>479</Words>
  <Application>Microsoft Office PowerPoint</Application>
  <PresentationFormat>On-screen Show (16:9)</PresentationFormat>
  <Paragraphs>24</Paragraphs>
  <Slides>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Times New Roman</vt:lpstr>
      <vt:lpstr>Albert Sans</vt:lpstr>
      <vt:lpstr>Darker Grotesque SemiBold</vt:lpstr>
      <vt:lpstr>DM Sans</vt:lpstr>
      <vt:lpstr>Arial</vt:lpstr>
      <vt:lpstr>Viaoda Libre</vt:lpstr>
      <vt:lpstr>Minimal Gradient by Slidesgo</vt:lpstr>
      <vt:lpstr>Grievance Redressal Portal for Institutions  </vt:lpstr>
      <vt:lpstr>Grievance Redressal Portal for Institutions is a web-based system designed to provide a centralized, transparent, and efficient platform for managing grievances raised by students and other institutional users. In many educational institutions, complaints related to academics, infrastructure, information technology, examinations, hostel facilities, transportation, and other campus services may be handled through manual or disconnected processes, making it difficult to track complaints, assign responsibilities, and monitor their resolution. The proposed portal aims to simplify this process by providing role-based access for students, staff, and administrators. Students can securely log in, submit grievances by selecting appropriate categories and priorities, and track the status of their complaints. Staff members can view grievances assigned to them, update their progress, and provide responses or resolutions. Administrators can monitor all grievances, assign complaints to appropriate departments or staff, manage users and categories, and analyse grievance statistics. </vt:lpstr>
      <vt:lpstr>Problem Statement </vt:lpstr>
      <vt:lpstr>  Currently, grievances in many institutions may be handled through different and disconnected channels, such as:  Paper/application forms  Emails   Verbal communication   Messaging platforms   Direct communication with staff </vt:lpstr>
      <vt:lpstr>PROBLEM    ↓ Student submits    ↓ System records    ↓ Admin assigns    ↓ Staff handles    ↓ Staff updates    ↓ Student tracks    ↓ Problem solved</vt:lpstr>
      <vt:lpstr>Technologies Used </vt:lpstr>
      <vt:lpstr>Centralized management of institutional grievances Easy submission and tracking of complaints Improved accountability through assignment and status tracking Greater transparency for students and administrators Faster and more organized grievance resolution Structured storage and retrieval of grievance records A scalable digital platform for institutional grievance management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Arnav Chitikena</cp:lastModifiedBy>
  <cp:revision>4</cp:revision>
  <dcterms:modified xsi:type="dcterms:W3CDTF">2026-08-28T04:08:05Z</dcterms:modified>
</cp:coreProperties>
</file>